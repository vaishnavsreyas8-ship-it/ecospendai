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asreyas M" userId="36e2b61aa0726f4e" providerId="LiveId" clId="{66AA0D73-ADAF-4094-BBA6-A7264EFF401A}"/>
    <pc:docChg chg="custSel addSld modSld">
      <pc:chgData name="Vaishnavasreyas M" userId="36e2b61aa0726f4e" providerId="LiveId" clId="{66AA0D73-ADAF-4094-BBA6-A7264EFF401A}" dt="2026-09-12T13:59:58.182" v="29" actId="14100"/>
      <pc:docMkLst>
        <pc:docMk/>
      </pc:docMkLst>
      <pc:sldChg chg="addSp delSp modSp new mod">
        <pc:chgData name="Vaishnavasreyas M" userId="36e2b61aa0726f4e" providerId="LiveId" clId="{66AA0D73-ADAF-4094-BBA6-A7264EFF401A}" dt="2026-09-12T13:59:58.182" v="29" actId="14100"/>
        <pc:sldMkLst>
          <pc:docMk/>
          <pc:sldMk cId="3743266014" sldId="264"/>
        </pc:sldMkLst>
        <pc:spChg chg="mod">
          <ac:chgData name="Vaishnavasreyas M" userId="36e2b61aa0726f4e" providerId="LiveId" clId="{66AA0D73-ADAF-4094-BBA6-A7264EFF401A}" dt="2026-09-12T13:59:28.319" v="24" actId="20577"/>
          <ac:spMkLst>
            <pc:docMk/>
            <pc:sldMk cId="3743266014" sldId="264"/>
            <ac:spMk id="2" creationId="{A0EFCE50-FCA6-3CDB-7E9B-625BE2A99674}"/>
          </ac:spMkLst>
        </pc:spChg>
        <pc:spChg chg="del">
          <ac:chgData name="Vaishnavasreyas M" userId="36e2b61aa0726f4e" providerId="LiveId" clId="{66AA0D73-ADAF-4094-BBA6-A7264EFF401A}" dt="2026-09-12T13:56:56.257" v="18" actId="931"/>
          <ac:spMkLst>
            <pc:docMk/>
            <pc:sldMk cId="3743266014" sldId="264"/>
            <ac:spMk id="3" creationId="{C60B8965-7E75-6F02-56CD-6C658C0CE587}"/>
          </ac:spMkLst>
        </pc:spChg>
        <pc:spChg chg="add del mod">
          <ac:chgData name="Vaishnavasreyas M" userId="36e2b61aa0726f4e" providerId="LiveId" clId="{66AA0D73-ADAF-4094-BBA6-A7264EFF401A}" dt="2026-09-12T13:58:14.485" v="20" actId="931"/>
          <ac:spMkLst>
            <pc:docMk/>
            <pc:sldMk cId="3743266014" sldId="264"/>
            <ac:spMk id="7" creationId="{CE96D37E-8455-BCAA-FCD8-C5D66361E3F1}"/>
          </ac:spMkLst>
        </pc:spChg>
        <pc:picChg chg="add del mod ord">
          <ac:chgData name="Vaishnavasreyas M" userId="36e2b61aa0726f4e" providerId="LiveId" clId="{66AA0D73-ADAF-4094-BBA6-A7264EFF401A}" dt="2026-09-12T13:57:02.484" v="19" actId="478"/>
          <ac:picMkLst>
            <pc:docMk/>
            <pc:sldMk cId="3743266014" sldId="264"/>
            <ac:picMk id="5" creationId="{51B8D1C1-2DB2-7904-7DAA-0253C8BA17CD}"/>
          </ac:picMkLst>
        </pc:picChg>
        <pc:picChg chg="add mod ord">
          <ac:chgData name="Vaishnavasreyas M" userId="36e2b61aa0726f4e" providerId="LiveId" clId="{66AA0D73-ADAF-4094-BBA6-A7264EFF401A}" dt="2026-09-12T13:59:58.182" v="29" actId="14100"/>
          <ac:picMkLst>
            <pc:docMk/>
            <pc:sldMk cId="3743266014" sldId="264"/>
            <ac:picMk id="9" creationId="{FA7DF367-D1DF-16AD-1593-54CE5147FA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503C-5EC6-3A65-FA29-E7B5E3FE8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6C9A0-95A9-E3FC-BE96-6F14BCB2B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E82B4-E5CE-55AE-C514-9172C604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000F3-8B6E-E30D-DA51-B43650C8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EC9CA-A4E8-42E8-1E3E-7A86795D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36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5FD0-6281-D0BB-43FB-59D0F56F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F289-C217-89CF-14B9-3DE6CE13A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6A1B-A45B-5184-081C-802C2A0A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F201-F1E3-C383-00EE-54445F7B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3919-6BBF-35F0-3D0C-1A1D1A29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BF89-48CA-582A-8A32-9E879EA9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9F320-16AF-512C-8C53-B119BB7E0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997C-42CC-02D1-944C-91088E26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6E457-DF30-8CE8-9001-90D3ED36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B1F3A-A783-2182-BEAB-26C7006F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44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4D6D-2C60-BFD9-3C98-A2480A43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4A83-3D24-EC43-C764-0F4637067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64E2-071B-574C-81D0-96ED9B766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883D4-D9C6-7458-0DF3-823A2536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237E8-E282-D0F0-A19A-C5890CF0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9F8BB-D40A-7036-3164-B3424C98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99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B2F4-F775-64CA-6790-35FA191B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69DEA-971F-768E-8819-2A4B98304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463A1-849B-9D1D-2742-61272547A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2A1A7-74C4-6FA4-F2D1-B092B4DEF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F9248-0BC4-FA36-05A8-394521684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BB873-EC65-E2F0-DF69-6E7A6853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3386A-E9F2-F58F-E2D3-4364E89A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D260F-CE11-B1B6-1004-C0BD937A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97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34A7-52CA-5C8B-CDDB-5062D20A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7B2F8-3D61-26CB-410E-1A2F9CC4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85CC4-A722-99CB-D072-8D95D45D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947C2-2DB8-2350-564E-7458A35B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42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0CA2D-A517-D76B-3381-36CB6DAD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E4D06-2E5D-C18D-3EAA-5D084530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A9E4-4139-94AB-D533-3381D63B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21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A29B-5755-9C7A-C7B2-51A23FD7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C238-3CA8-BBF4-F7FD-6E7257793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0E869-115B-D1FB-1681-279C73AD2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35E78-2DD0-7FDE-A23E-5550BDD5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CA90A-DF6A-FCDC-677F-DCE9AA93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6C2CC-AF4B-D5AF-AEDD-1F051058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5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7184-4247-0838-D6F5-E5F3E4E6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94D1D-E50A-7DE2-9869-22A6384A1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E4ED1-F3B0-CA79-697E-5592B48C4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3D8EE-86A3-D4C4-655C-1BC5EBC7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24880-A1CC-DFB7-A757-9351BE92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86B42-9679-D3CE-ED3A-4394F952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19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CA70-27B7-BC11-FDF1-5764E96A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71333-2AFB-BB17-B615-4E196E2D0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F95C-4184-C253-19D4-423FE7D5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0D32B-BE24-CE0E-0324-E7AF8119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49A8-557E-0EB2-4BC3-8A4F3A1F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75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D95AB-5251-9355-F202-8C90FAE2E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C19B0-832F-BEEB-56E2-19496D526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1C1C8-C374-56D9-8C4B-66B63A5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426F-A8D7-82A9-630D-CCBF6322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1B0C5-6050-FE00-D191-5BF10ECC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5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86BBD-0AC9-40CD-FBAE-EE764D1E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B0A3E-3799-FA9B-857F-7695CFCED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83EE3-A8D6-4AA7-87E6-40EB0DB8E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21D4C-F055-4AE3-8378-E38005C44AE7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0BBF-7FA7-9222-74D6-25CA8ED7B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C85D-E9C5-2325-2AE1-A205C8884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6F8E7-4B68-4710-B423-EADEC5026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1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1988-1CC2-29CA-7E58-BDFF04EB7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🌱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</a:rPr>
              <a:t>EcoSpendAI</a:t>
            </a:r>
            <a:br>
              <a:rPr lang="en-IN" b="1" dirty="0"/>
            </a:br>
            <a:r>
              <a:rPr lang="en-IN" sz="2700" dirty="0"/>
              <a:t>AI-Powered Sustainable Expense Tracker</a:t>
            </a:r>
            <a:br>
              <a:rPr lang="en-IN" dirty="0"/>
            </a:br>
            <a:r>
              <a:rPr lang="en-IN" sz="2200" dirty="0"/>
              <a:t>SDG 12 • Responsible Consumption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4D158-B502-A357-739E-5BB53B076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800" dirty="0"/>
              <a:t>Presented by</a:t>
            </a:r>
          </a:p>
          <a:p>
            <a:r>
              <a:rPr lang="en-IN" sz="1800" dirty="0"/>
              <a:t>Vaishnavasreyas M</a:t>
            </a:r>
          </a:p>
          <a:p>
            <a:r>
              <a:rPr lang="en-IN" sz="1800" dirty="0" err="1"/>
              <a:t>B.Tech</a:t>
            </a:r>
            <a:r>
              <a:rPr lang="en-IN" sz="1800" dirty="0"/>
              <a:t> Computer Science &amp; Engineering</a:t>
            </a:r>
          </a:p>
          <a:p>
            <a:r>
              <a:rPr lang="en-IN" sz="1800" dirty="0"/>
              <a:t>Carmel College of Engineering &amp; Technology</a:t>
            </a:r>
          </a:p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IBM </a:t>
            </a:r>
            <a:r>
              <a:rPr lang="en-IN" sz="1500" dirty="0" err="1">
                <a:solidFill>
                  <a:schemeClr val="bg2">
                    <a:lumMod val="50000"/>
                  </a:schemeClr>
                </a:solidFill>
              </a:rPr>
              <a:t>SkillsBuild</a:t>
            </a:r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 Internship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57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A76C-08CC-354B-03CB-FD54B4FD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7DDF2-0207-C815-E3A2-E3D7EEF03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5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Students manage their daily expenses, but they rarely understand the </a:t>
            </a:r>
            <a:r>
              <a:rPr lang="en-IN" b="1" dirty="0"/>
              <a:t>environmental impact </a:t>
            </a:r>
            <a:r>
              <a:rPr lang="en-IN" dirty="0"/>
              <a:t>of their purchases.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  <a:p>
            <a:pPr lvl="0"/>
            <a:r>
              <a:rPr lang="en-IN" dirty="0"/>
              <a:t>Track daily expenses digitally.</a:t>
            </a:r>
          </a:p>
          <a:p>
            <a:pPr lvl="0"/>
            <a:r>
              <a:rPr lang="en-IN" dirty="0"/>
              <a:t>Estimate CO₂ emissions for each expense.</a:t>
            </a:r>
          </a:p>
          <a:p>
            <a:pPr lvl="0"/>
            <a:r>
              <a:rPr lang="en-IN" dirty="0"/>
              <a:t>Provide AI-powered eco-friendly tips.</a:t>
            </a:r>
          </a:p>
          <a:p>
            <a:pPr lvl="0"/>
            <a:r>
              <a:rPr lang="en-IN" dirty="0"/>
              <a:t>Encourage sustainable spending habits (SDG 12).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73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0DB1-DE4A-4A3B-3400-5092CA12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618F-B2A9-85B8-44AF-C9918D7FE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🌱 AI-powered expense tracker</a:t>
            </a:r>
          </a:p>
          <a:p>
            <a:pPr lvl="0"/>
            <a:r>
              <a:rPr lang="en-IN" dirty="0"/>
              <a:t>💰 Record daily expenses by category</a:t>
            </a:r>
          </a:p>
          <a:p>
            <a:pPr lvl="0"/>
            <a:r>
              <a:rPr lang="en-IN" dirty="0"/>
              <a:t>🌍 Calculate estimated CO₂ emissions</a:t>
            </a:r>
          </a:p>
          <a:p>
            <a:pPr lvl="0"/>
            <a:r>
              <a:rPr lang="en-IN" dirty="0"/>
              <a:t>🤖 Suggest eco-friendly tips instantly</a:t>
            </a:r>
          </a:p>
          <a:p>
            <a:pPr lvl="0"/>
            <a:r>
              <a:rPr lang="en-IN" dirty="0"/>
              <a:t>📊 Visualize spending with charts</a:t>
            </a:r>
          </a:p>
          <a:p>
            <a:endParaRPr lang="en-IN" dirty="0"/>
          </a:p>
          <a:p>
            <a:r>
              <a:rPr lang="en-IN" dirty="0"/>
              <a:t>Outcome: </a:t>
            </a:r>
            <a:r>
              <a:rPr lang="en-IN" dirty="0" err="1"/>
              <a:t>Smart,eco</a:t>
            </a:r>
            <a:r>
              <a:rPr lang="en-IN" dirty="0"/>
              <a:t>-friendly spending decisions</a:t>
            </a:r>
          </a:p>
        </p:txBody>
      </p:sp>
    </p:spTree>
    <p:extLst>
      <p:ext uri="{BB962C8B-B14F-4D97-AF65-F5344CB8AC3E}">
        <p14:creationId xmlns:p14="http://schemas.microsoft.com/office/powerpoint/2010/main" val="384872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A1DC-2A64-3FC0-741B-732D7392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AE9E5E-B399-67DC-72E1-AF13A3A59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1798" y="1774371"/>
            <a:ext cx="8205411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4323-ADC9-4E17-6484-95B061A2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Working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7DD169-BC11-FCC8-B1A3-48F06DEFE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5" y="1333855"/>
            <a:ext cx="10809784" cy="490874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E92562-7417-A633-9813-E3538A970580}"/>
              </a:ext>
            </a:extLst>
          </p:cNvPr>
          <p:cNvCxnSpPr>
            <a:cxnSpLocks/>
          </p:cNvCxnSpPr>
          <p:nvPr/>
        </p:nvCxnSpPr>
        <p:spPr>
          <a:xfrm>
            <a:off x="6553200" y="2841171"/>
            <a:ext cx="38535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C3BAD5-A0AA-B43C-F71D-B20253978C90}"/>
              </a:ext>
            </a:extLst>
          </p:cNvPr>
          <p:cNvCxnSpPr/>
          <p:nvPr/>
        </p:nvCxnSpPr>
        <p:spPr>
          <a:xfrm flipH="1">
            <a:off x="1186543" y="3788229"/>
            <a:ext cx="3973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F89289-F29B-1DAE-F3B6-B6E5F4F7E2E2}"/>
              </a:ext>
            </a:extLst>
          </p:cNvPr>
          <p:cNvCxnSpPr/>
          <p:nvPr/>
        </p:nvCxnSpPr>
        <p:spPr>
          <a:xfrm>
            <a:off x="8207829" y="5693229"/>
            <a:ext cx="23730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23E193C-E3B6-8FCE-6D2B-BA9657F99736}"/>
              </a:ext>
            </a:extLst>
          </p:cNvPr>
          <p:cNvSpPr/>
          <p:nvPr/>
        </p:nvSpPr>
        <p:spPr>
          <a:xfrm>
            <a:off x="10341428" y="1799294"/>
            <a:ext cx="1915885" cy="14449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enters item</a:t>
            </a:r>
            <a:r>
              <a:rPr lang="en-IN" dirty="0"/>
              <a:t>, amount and category.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480115-F1D5-D3D0-CC28-4E6C0920FB08}"/>
              </a:ext>
            </a:extLst>
          </p:cNvPr>
          <p:cNvSpPr/>
          <p:nvPr/>
        </p:nvSpPr>
        <p:spPr>
          <a:xfrm>
            <a:off x="0" y="2209805"/>
            <a:ext cx="1284514" cy="1894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Shows total spending and CO₂ score.</a:t>
            </a:r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AC0B3D-EC5F-9AE3-2F31-B097483BB218}"/>
              </a:ext>
            </a:extLst>
          </p:cNvPr>
          <p:cNvSpPr/>
          <p:nvPr/>
        </p:nvSpPr>
        <p:spPr>
          <a:xfrm>
            <a:off x="10580914" y="4409811"/>
            <a:ext cx="1611086" cy="18327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Gives an instant eco-friendly suggestion.</a:t>
            </a:r>
          </a:p>
        </p:txBody>
      </p:sp>
    </p:spTree>
    <p:extLst>
      <p:ext uri="{BB962C8B-B14F-4D97-AF65-F5344CB8AC3E}">
        <p14:creationId xmlns:p14="http://schemas.microsoft.com/office/powerpoint/2010/main" val="11559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0EC5-F6C7-4D98-0ED8-31161CEF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Results: AI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738DB-B0A0-DECF-4DF9-09DC59731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19" y="1452590"/>
            <a:ext cx="10554078" cy="454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7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CE50-FCA6-3CDB-7E9B-625BE2A9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Results: Report</a:t>
            </a:r>
            <a:endParaRPr lang="en-IN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7DF367-D1DF-16AD-1593-54CE5147F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31" y="1390919"/>
            <a:ext cx="8867967" cy="532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6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95F8-1047-644B-DD7F-9A17D513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Results: Charts and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56F56-556F-27B5-755F-A18CF051F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89617"/>
            <a:ext cx="6362502" cy="2858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1B5169-5E33-8C27-36C6-D44483C47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244" y="4210408"/>
            <a:ext cx="5709755" cy="2647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D5EF94-1F62-9448-E44A-5E2E60A20830}"/>
              </a:ext>
            </a:extLst>
          </p:cNvPr>
          <p:cNvSpPr txBox="1"/>
          <p:nvPr/>
        </p:nvSpPr>
        <p:spPr>
          <a:xfrm>
            <a:off x="6694714" y="3287078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Expense Distribution</a:t>
            </a:r>
          </a:p>
          <a:p>
            <a:r>
              <a:rPr lang="en-IN" sz="1600" dirty="0"/>
              <a:t>Displays the percentage of spending across different categories.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2EB60-FB4A-FE30-90CC-5E6E40412386}"/>
              </a:ext>
            </a:extLst>
          </p:cNvPr>
          <p:cNvSpPr txBox="1"/>
          <p:nvPr/>
        </p:nvSpPr>
        <p:spPr>
          <a:xfrm>
            <a:off x="206830" y="4848516"/>
            <a:ext cx="49312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CO₂ Emissions Chart</a:t>
            </a:r>
          </a:p>
          <a:p>
            <a:r>
              <a:rPr lang="en-IN" sz="1600" dirty="0"/>
              <a:t>Shows which expense category creates the highest carbon footprint.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56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D2E3-F2AD-BF30-BE1A-16FAE3DA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656C-356B-ED8B-D303-C92515D71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578429"/>
            <a:ext cx="10515600" cy="465296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Conclusion</a:t>
            </a:r>
          </a:p>
          <a:p>
            <a:pPr lvl="0"/>
            <a:r>
              <a:rPr lang="en-IN" dirty="0"/>
              <a:t>Digital expense tracking with AI</a:t>
            </a:r>
          </a:p>
          <a:p>
            <a:pPr lvl="0"/>
            <a:r>
              <a:rPr lang="en-IN" dirty="0"/>
              <a:t>CO₂ footprint awareness</a:t>
            </a:r>
          </a:p>
          <a:p>
            <a:pPr lvl="0"/>
            <a:r>
              <a:rPr lang="en-IN" dirty="0"/>
              <a:t>Supports SDG 12 sustainable consumption</a:t>
            </a:r>
          </a:p>
          <a:p>
            <a:r>
              <a:rPr lang="en-IN" b="1" dirty="0"/>
              <a:t>Future Scope</a:t>
            </a:r>
          </a:p>
          <a:p>
            <a:pPr lvl="0"/>
            <a:r>
              <a:rPr lang="en-IN" dirty="0"/>
              <a:t>Real AI chatbot (IBM Granite)</a:t>
            </a:r>
          </a:p>
          <a:p>
            <a:pPr lvl="0"/>
            <a:r>
              <a:rPr lang="en-IN" dirty="0"/>
              <a:t>Monthly budget prediction</a:t>
            </a:r>
          </a:p>
          <a:p>
            <a:pPr lvl="0"/>
            <a:r>
              <a:rPr lang="en-IN" dirty="0"/>
              <a:t>Receipt scanning with OCR</a:t>
            </a:r>
          </a:p>
          <a:p>
            <a:pPr lvl="0"/>
            <a:r>
              <a:rPr lang="en-IN" dirty="0"/>
              <a:t>Mobile app version</a:t>
            </a:r>
          </a:p>
          <a:p>
            <a:pPr lvl="0"/>
            <a:endParaRPr lang="en-IN" dirty="0"/>
          </a:p>
          <a:p>
            <a:pPr marL="0" indent="0" algn="ctr">
              <a:buNone/>
            </a:pPr>
            <a:r>
              <a:rPr lang="en-IN" dirty="0"/>
              <a:t>  Thank you!</a:t>
            </a:r>
          </a:p>
        </p:txBody>
      </p:sp>
    </p:spTree>
    <p:extLst>
      <p:ext uri="{BB962C8B-B14F-4D97-AF65-F5344CB8AC3E}">
        <p14:creationId xmlns:p14="http://schemas.microsoft.com/office/powerpoint/2010/main" val="67924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220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🌱 EcoSpendAI AI-Powered Sustainable Expense Tracker SDG 12 • Responsible Consumption </vt:lpstr>
      <vt:lpstr>Problem Statement</vt:lpstr>
      <vt:lpstr>Proposed Solution</vt:lpstr>
      <vt:lpstr>System Architecture</vt:lpstr>
      <vt:lpstr>Working</vt:lpstr>
      <vt:lpstr>Results: AI Dashboard</vt:lpstr>
      <vt:lpstr>Results: Report</vt:lpstr>
      <vt:lpstr>Results: Charts and Analysis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Vaishnavasreyas M</dc:creator>
  <cp:lastModifiedBy>Vaishnavasreyas M</cp:lastModifiedBy>
  <cp:revision>1</cp:revision>
  <dcterms:created xsi:type="dcterms:W3CDTF">2026-09-12T09:46:58Z</dcterms:created>
  <dcterms:modified xsi:type="dcterms:W3CDTF">2026-09-12T14:00:05Z</dcterms:modified>
</cp:coreProperties>
</file>