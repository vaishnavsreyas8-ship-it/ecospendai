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A503C-5EC6-3A65-FA29-E7B5E3FE8F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76C9A0-95A9-E3FC-BE96-6F14BCB2B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E82B4-E5CE-55AE-C514-9172C604C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000F3-8B6E-E30D-DA51-B43650C81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EC9CA-A4E8-42E8-1E3E-7A86795D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5362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25FD0-6281-D0BB-43FB-59D0F56F8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89-C217-89CF-14B9-3DE6CE13A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A6A1B-A45B-5184-081C-802C2A0AD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1F201-F1E3-C383-00EE-54445F7B0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43919-6BBF-35F0-3D0C-1A1D1A293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898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BF89-48CA-582A-8A32-9E879EA90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9F320-16AF-512C-8C53-B119BB7E0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A997C-42CC-02D1-944C-91088E26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6E457-DF30-8CE8-9001-90D3ED36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B1F3A-A783-2182-BEAB-26C7006F9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3441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94D6D-2C60-BFD9-3C98-A2480A43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F4A83-3D24-EC43-C764-0F46370673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7664E2-071B-574C-81D0-96ED9B766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C883D4-D9C6-7458-0DF3-823A2536A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237E8-E282-D0F0-A19A-C5890CF01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9F8BB-D40A-7036-3164-B3424C98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0993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2B2F4-F775-64CA-6790-35FA191B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69DEA-971F-768E-8819-2A4B98304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463A1-849B-9D1D-2742-61272547A6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52A1A7-74C4-6FA4-F2D1-B092B4DEF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0F9248-0BC4-FA36-05A8-3945216849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5BB873-EC65-E2F0-DF69-6E7A68533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53386A-E9F2-F58F-E2D3-4364E89A5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D260F-CE11-B1B6-1004-C0BD937A8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976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234A7-52CA-5C8B-CDDB-5062D20A5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7B2F8-3D61-26CB-410E-1A2F9CC4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485CC4-A722-99CB-D072-8D95D45D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2947C2-2DB8-2350-564E-7458A35BE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5442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0CA2D-A517-D76B-3381-36CB6DAD8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6E4D06-2E5D-C18D-3EAA-5D084530B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BA9E4-4139-94AB-D533-3381D63B4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210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5A29B-5755-9C7A-C7B2-51A23FD7E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AC238-3CA8-BBF4-F7FD-6E7257793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40E869-115B-D1FB-1681-279C73AD2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35E78-2DD0-7FDE-A23E-5550BDD5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1CA90A-DF6A-FCDC-677F-DCE9AA93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6C2CC-AF4B-D5AF-AEDD-1F051058D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7056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37184-4247-0838-D6F5-E5F3E4E6D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94D1D-E50A-7DE2-9869-22A6384A1E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BE4ED1-F3B0-CA79-697E-5592B48C4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3D8EE-86A3-D4C4-655C-1BC5EBC79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724880-A1CC-DFB7-A757-9351BE921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E86B42-9679-D3CE-ED3A-4394F9522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6194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FCA70-27B7-BC11-FDF1-5764E96A3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C71333-2AFB-BB17-B615-4E196E2D0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0F95C-4184-C253-19D4-423FE7D5B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0D32B-BE24-CE0E-0324-E7AF81193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549A8-557E-0EB2-4BC3-8A4F3A1FB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4759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7D95AB-5251-9355-F202-8C90FAE2ED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C19B0-832F-BEEB-56E2-19496D526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1C1C8-C374-56D9-8C4B-66B63A526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0426F-A8D7-82A9-630D-CCBF6322E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1B0C5-6050-FE00-D191-5BF10ECCE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0555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E86BBD-0AC9-40CD-FBAE-EE764D1E6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B0A3E-3799-FA9B-857F-7695CFCED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83EE3-A8D6-4AA7-87E6-40EB0DB8E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F21D4C-F055-4AE3-8378-E38005C44AE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390BBF-7FA7-9222-74D6-25CA8ED7B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1C85D-E9C5-2325-2AE1-A205C88841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6F8E7-4B68-4710-B423-EADEC5026A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510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A1988-1CC2-29CA-7E58-BDFF04EB79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000" b="1" dirty="0"/>
              <a:t>🌱 </a:t>
            </a:r>
            <a:r>
              <a:rPr lang="en-IN" sz="3600" b="1" dirty="0" err="1">
                <a:solidFill>
                  <a:schemeClr val="accent6">
                    <a:lumMod val="75000"/>
                  </a:schemeClr>
                </a:solidFill>
              </a:rPr>
              <a:t>EcoSpendAI</a:t>
            </a:r>
            <a:br>
              <a:rPr lang="en-IN" b="1" dirty="0"/>
            </a:br>
            <a:r>
              <a:rPr lang="en-IN" sz="2700" dirty="0"/>
              <a:t>AI-Powered Sustainable Expense Tracker</a:t>
            </a:r>
            <a:br>
              <a:rPr lang="en-IN" dirty="0"/>
            </a:br>
            <a:r>
              <a:rPr lang="en-IN" sz="2200" dirty="0"/>
              <a:t>SDG 12 • Responsible Consumption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F4D158-B502-A357-739E-5BB53B076E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sz="1800" dirty="0"/>
              <a:t>Presented by</a:t>
            </a:r>
          </a:p>
          <a:p>
            <a:r>
              <a:rPr lang="en-IN" sz="1800" dirty="0"/>
              <a:t>Vaishnavasreyas M</a:t>
            </a:r>
          </a:p>
          <a:p>
            <a:r>
              <a:rPr lang="en-IN" sz="1800" dirty="0" err="1"/>
              <a:t>B.Tech</a:t>
            </a:r>
            <a:r>
              <a:rPr lang="en-IN" sz="1800" dirty="0"/>
              <a:t> Computer Science &amp; Engineering</a:t>
            </a:r>
          </a:p>
          <a:p>
            <a:r>
              <a:rPr lang="en-IN" sz="1800" dirty="0"/>
              <a:t>Carmel College of Engineering &amp; Technology</a:t>
            </a:r>
          </a:p>
          <a:p>
            <a:r>
              <a:rPr lang="en-IN" sz="1500" dirty="0">
                <a:solidFill>
                  <a:schemeClr val="bg2">
                    <a:lumMod val="50000"/>
                  </a:schemeClr>
                </a:solidFill>
              </a:rPr>
              <a:t>IBM </a:t>
            </a:r>
            <a:r>
              <a:rPr lang="en-IN" sz="1500" dirty="0" err="1">
                <a:solidFill>
                  <a:schemeClr val="bg2">
                    <a:lumMod val="50000"/>
                  </a:schemeClr>
                </a:solidFill>
              </a:rPr>
              <a:t>SkillsBuild</a:t>
            </a:r>
            <a:r>
              <a:rPr lang="en-IN" sz="1500" dirty="0">
                <a:solidFill>
                  <a:schemeClr val="bg2">
                    <a:lumMod val="50000"/>
                  </a:schemeClr>
                </a:solidFill>
              </a:rPr>
              <a:t> Internship Project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1575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CA76C-08CC-354B-03CB-FD54B4FDF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011"/>
            <a:ext cx="10515600" cy="1325563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6">
                    <a:lumMod val="75000"/>
                  </a:schemeClr>
                </a:solidFill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7DDF2-0207-C815-E3A2-E3D7EEF03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157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Students manage their daily expenses, but they rarely understand the </a:t>
            </a:r>
            <a:r>
              <a:rPr lang="en-IN" b="1" dirty="0"/>
              <a:t>environmental impact </a:t>
            </a:r>
            <a:r>
              <a:rPr lang="en-IN" dirty="0"/>
              <a:t>of their purchases.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b="1" dirty="0">
                <a:solidFill>
                  <a:schemeClr val="accent6">
                    <a:lumMod val="75000"/>
                  </a:schemeClr>
                </a:solidFill>
              </a:rPr>
              <a:t>Objectives</a:t>
            </a:r>
          </a:p>
          <a:p>
            <a:pPr lvl="0"/>
            <a:r>
              <a:rPr lang="en-IN" dirty="0"/>
              <a:t>Track daily expenses digitally.</a:t>
            </a:r>
          </a:p>
          <a:p>
            <a:pPr lvl="0"/>
            <a:r>
              <a:rPr lang="en-IN" dirty="0"/>
              <a:t>Estimate CO₂ emissions for each expense.</a:t>
            </a:r>
          </a:p>
          <a:p>
            <a:pPr lvl="0"/>
            <a:r>
              <a:rPr lang="en-IN" dirty="0"/>
              <a:t>Provide AI-powered eco-friendly tips.</a:t>
            </a:r>
          </a:p>
          <a:p>
            <a:pPr lvl="0"/>
            <a:r>
              <a:rPr lang="en-IN" dirty="0"/>
              <a:t>Encourage sustainable spending habits (SDG 12).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573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B0DB1-DE4A-4A3B-3400-5092CA12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b="1" dirty="0">
                <a:solidFill>
                  <a:schemeClr val="accent6">
                    <a:lumMod val="75000"/>
                  </a:schemeClr>
                </a:solidFill>
              </a:rPr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618F-B2A9-85B8-44AF-C9918D7FE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lvl="0"/>
            <a:r>
              <a:rPr lang="en-IN" dirty="0"/>
              <a:t>🌱 AI-powered expense tracker</a:t>
            </a:r>
          </a:p>
          <a:p>
            <a:pPr lvl="0"/>
            <a:r>
              <a:rPr lang="en-IN" dirty="0"/>
              <a:t>💰 Record daily expenses by category</a:t>
            </a:r>
          </a:p>
          <a:p>
            <a:pPr lvl="0"/>
            <a:r>
              <a:rPr lang="en-IN" dirty="0"/>
              <a:t>🌍 Calculate estimated CO₂ emissions</a:t>
            </a:r>
          </a:p>
          <a:p>
            <a:pPr lvl="0"/>
            <a:r>
              <a:rPr lang="en-IN" dirty="0"/>
              <a:t>🤖 Suggest eco-friendly tips instantly</a:t>
            </a:r>
          </a:p>
          <a:p>
            <a:pPr lvl="0"/>
            <a:r>
              <a:rPr lang="en-IN" dirty="0"/>
              <a:t>📊 Visualize spending with charts</a:t>
            </a:r>
          </a:p>
          <a:p>
            <a:endParaRPr lang="en-IN" dirty="0"/>
          </a:p>
          <a:p>
            <a:r>
              <a:rPr lang="en-IN" dirty="0"/>
              <a:t>Outcome: </a:t>
            </a:r>
            <a:r>
              <a:rPr lang="en-IN" dirty="0" err="1"/>
              <a:t>Smart,eco</a:t>
            </a:r>
            <a:r>
              <a:rPr lang="en-IN" dirty="0"/>
              <a:t>-friendly spending decisions</a:t>
            </a:r>
          </a:p>
        </p:txBody>
      </p:sp>
    </p:spTree>
    <p:extLst>
      <p:ext uri="{BB962C8B-B14F-4D97-AF65-F5344CB8AC3E}">
        <p14:creationId xmlns:p14="http://schemas.microsoft.com/office/powerpoint/2010/main" val="3848729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FA1DC-2A64-3FC0-741B-732D73920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>
                <a:solidFill>
                  <a:schemeClr val="accent6">
                    <a:lumMod val="75000"/>
                  </a:schemeClr>
                </a:solidFill>
              </a:rPr>
              <a:t>System Architecture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AE9E5E-B399-67DC-72E1-AF13A3A59E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31798" y="1774371"/>
            <a:ext cx="8205411" cy="461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4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D4323-ADC9-4E17-6484-95B061A2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>
                <a:solidFill>
                  <a:schemeClr val="accent6">
                    <a:lumMod val="75000"/>
                  </a:schemeClr>
                </a:solidFill>
              </a:rPr>
              <a:t>Working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97DD169-BC11-FCC8-B1A3-48F06DEFE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45" y="1333855"/>
            <a:ext cx="10809784" cy="4908748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E92562-7417-A633-9813-E3538A970580}"/>
              </a:ext>
            </a:extLst>
          </p:cNvPr>
          <p:cNvCxnSpPr>
            <a:cxnSpLocks/>
          </p:cNvCxnSpPr>
          <p:nvPr/>
        </p:nvCxnSpPr>
        <p:spPr>
          <a:xfrm>
            <a:off x="6553200" y="2841171"/>
            <a:ext cx="38535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7C3BAD5-A0AA-B43C-F71D-B20253978C90}"/>
              </a:ext>
            </a:extLst>
          </p:cNvPr>
          <p:cNvCxnSpPr/>
          <p:nvPr/>
        </p:nvCxnSpPr>
        <p:spPr>
          <a:xfrm flipH="1">
            <a:off x="1186543" y="3788229"/>
            <a:ext cx="39732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F89289-F29B-1DAE-F3B6-B6E5F4F7E2E2}"/>
              </a:ext>
            </a:extLst>
          </p:cNvPr>
          <p:cNvCxnSpPr/>
          <p:nvPr/>
        </p:nvCxnSpPr>
        <p:spPr>
          <a:xfrm>
            <a:off x="8207829" y="5693229"/>
            <a:ext cx="23730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223E193C-E3B6-8FCE-6D2B-BA9657F99736}"/>
              </a:ext>
            </a:extLst>
          </p:cNvPr>
          <p:cNvSpPr/>
          <p:nvPr/>
        </p:nvSpPr>
        <p:spPr>
          <a:xfrm>
            <a:off x="10341428" y="1799294"/>
            <a:ext cx="1915885" cy="144490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/>
              <a:t>User enters item</a:t>
            </a:r>
            <a:r>
              <a:rPr lang="en-IN" dirty="0"/>
              <a:t>, amount and category.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F480115-F1D5-D3D0-CC28-4E6C0920FB08}"/>
              </a:ext>
            </a:extLst>
          </p:cNvPr>
          <p:cNvSpPr/>
          <p:nvPr/>
        </p:nvSpPr>
        <p:spPr>
          <a:xfrm>
            <a:off x="0" y="2209805"/>
            <a:ext cx="1284514" cy="1894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/>
              <a:t>Shows total spending and CO₂ score.</a:t>
            </a:r>
            <a:endParaRPr lang="en-IN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5AC0B3D-EC5F-9AE3-2F31-B097483BB218}"/>
              </a:ext>
            </a:extLst>
          </p:cNvPr>
          <p:cNvSpPr/>
          <p:nvPr/>
        </p:nvSpPr>
        <p:spPr>
          <a:xfrm>
            <a:off x="10580914" y="4409811"/>
            <a:ext cx="1611086" cy="183279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Gives an instant eco-friendly suggestion.</a:t>
            </a:r>
          </a:p>
        </p:txBody>
      </p:sp>
    </p:spTree>
    <p:extLst>
      <p:ext uri="{BB962C8B-B14F-4D97-AF65-F5344CB8AC3E}">
        <p14:creationId xmlns:p14="http://schemas.microsoft.com/office/powerpoint/2010/main" val="115599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90EC5-F6C7-4D98-0ED8-31161CEF5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>
                <a:solidFill>
                  <a:schemeClr val="accent6">
                    <a:lumMod val="75000"/>
                  </a:schemeClr>
                </a:solidFill>
              </a:rPr>
              <a:t>Results: AI 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0738DB-B0A0-DECF-4DF9-09DC597314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819" y="1452590"/>
            <a:ext cx="10554078" cy="454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74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F95F8-1047-644B-DD7F-9A17D513E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>
                <a:solidFill>
                  <a:schemeClr val="accent6">
                    <a:lumMod val="75000"/>
                  </a:schemeClr>
                </a:solidFill>
              </a:rPr>
              <a:t>Results: Charts and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956F56-556F-27B5-755F-A18CF051F5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89617"/>
            <a:ext cx="6362502" cy="2858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1B5169-5E33-8C27-36C6-D44483C477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244" y="4210408"/>
            <a:ext cx="5709755" cy="26475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D5EF94-1F62-9448-E44A-5E2E60A20830}"/>
              </a:ext>
            </a:extLst>
          </p:cNvPr>
          <p:cNvSpPr txBox="1"/>
          <p:nvPr/>
        </p:nvSpPr>
        <p:spPr>
          <a:xfrm>
            <a:off x="6694714" y="3287078"/>
            <a:ext cx="487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Expense Distribution</a:t>
            </a:r>
          </a:p>
          <a:p>
            <a:r>
              <a:rPr lang="en-IN" sz="1600" dirty="0"/>
              <a:t>Displays the percentage of spending across different categories.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72EB60-FB4A-FE30-90CC-5E6E40412386}"/>
              </a:ext>
            </a:extLst>
          </p:cNvPr>
          <p:cNvSpPr txBox="1"/>
          <p:nvPr/>
        </p:nvSpPr>
        <p:spPr>
          <a:xfrm>
            <a:off x="206830" y="4848516"/>
            <a:ext cx="493122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CO₂ Emissions Chart</a:t>
            </a:r>
          </a:p>
          <a:p>
            <a:r>
              <a:rPr lang="en-IN" sz="1600" dirty="0"/>
              <a:t>Shows which expense category creates the highest carbon footprint.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9560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FD2E3-F2AD-BF30-BE1A-16FAE3DA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>
                <a:solidFill>
                  <a:schemeClr val="accent6">
                    <a:lumMod val="75000"/>
                  </a:schemeClr>
                </a:solidFill>
              </a:rPr>
              <a:t>Conclusion &amp; 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656C-356B-ED8B-D303-C92515D71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578429"/>
            <a:ext cx="10515600" cy="4652963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Conclusion</a:t>
            </a:r>
          </a:p>
          <a:p>
            <a:pPr lvl="0"/>
            <a:r>
              <a:rPr lang="en-IN" dirty="0"/>
              <a:t>Digital expense tracking with AI</a:t>
            </a:r>
          </a:p>
          <a:p>
            <a:pPr lvl="0"/>
            <a:r>
              <a:rPr lang="en-IN" dirty="0"/>
              <a:t>CO₂ footprint awareness</a:t>
            </a:r>
          </a:p>
          <a:p>
            <a:pPr lvl="0"/>
            <a:r>
              <a:rPr lang="en-IN" dirty="0"/>
              <a:t>Supports SDG 12 sustainable consumption</a:t>
            </a:r>
          </a:p>
          <a:p>
            <a:r>
              <a:rPr lang="en-IN" b="1" dirty="0"/>
              <a:t>Future Scope</a:t>
            </a:r>
          </a:p>
          <a:p>
            <a:pPr lvl="0"/>
            <a:r>
              <a:rPr lang="en-IN" dirty="0"/>
              <a:t>Real AI chatbot (IBM Granite)</a:t>
            </a:r>
          </a:p>
          <a:p>
            <a:pPr lvl="0"/>
            <a:r>
              <a:rPr lang="en-IN" dirty="0"/>
              <a:t>Monthly budget prediction</a:t>
            </a:r>
          </a:p>
          <a:p>
            <a:pPr lvl="0"/>
            <a:r>
              <a:rPr lang="en-IN" dirty="0"/>
              <a:t>Receipt scanning with OCR</a:t>
            </a:r>
          </a:p>
          <a:p>
            <a:pPr lvl="0"/>
            <a:r>
              <a:rPr lang="en-IN" dirty="0"/>
              <a:t>Mobile app version</a:t>
            </a:r>
          </a:p>
          <a:p>
            <a:pPr lvl="0"/>
            <a:endParaRPr lang="en-IN" dirty="0"/>
          </a:p>
          <a:p>
            <a:pPr marL="0" indent="0" algn="ctr">
              <a:buNone/>
            </a:pPr>
            <a:r>
              <a:rPr lang="en-IN" dirty="0"/>
              <a:t>  Thank you!</a:t>
            </a:r>
          </a:p>
        </p:txBody>
      </p:sp>
    </p:spTree>
    <p:extLst>
      <p:ext uri="{BB962C8B-B14F-4D97-AF65-F5344CB8AC3E}">
        <p14:creationId xmlns:p14="http://schemas.microsoft.com/office/powerpoint/2010/main" val="679240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217</Words>
  <Application>Microsoft Office PowerPoint</Application>
  <PresentationFormat>Widescreen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🌱 EcoSpendAI AI-Powered Sustainable Expense Tracker SDG 12 • Responsible Consumption </vt:lpstr>
      <vt:lpstr>Problem Statement</vt:lpstr>
      <vt:lpstr>Proposed Solution</vt:lpstr>
      <vt:lpstr>System Architecture</vt:lpstr>
      <vt:lpstr>Working</vt:lpstr>
      <vt:lpstr>Results: AI Dashboard</vt:lpstr>
      <vt:lpstr>Results: Charts and Analysis</vt:lpstr>
      <vt:lpstr>Conclusion &amp; Future Scope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Vaishnavasreyas M</dc:creator>
  <cp:lastModifiedBy>Vaishnavasreyas M</cp:lastModifiedBy>
  <cp:revision>1</cp:revision>
  <dcterms:created xsi:type="dcterms:W3CDTF">2026-09-12T09:46:58Z</dcterms:created>
  <dcterms:modified xsi:type="dcterms:W3CDTF">2026-09-12T10:19:51Z</dcterms:modified>
</cp:coreProperties>
</file>